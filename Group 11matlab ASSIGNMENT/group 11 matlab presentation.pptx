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1" r:id="rId2"/>
    <p:sldId id="261" r:id="rId3"/>
    <p:sldId id="266" r:id="rId4"/>
    <p:sldId id="267" r:id="rId5"/>
    <p:sldId id="268" r:id="rId6"/>
    <p:sldId id="26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62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6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49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98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08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78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55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66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59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7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32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55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24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90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42811-3D51-42F7-9CA5-2F9D1103FFF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FA01A1D-DFEA-4A4B-BF22-6555C00B5E5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17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27F8-0540-D1DD-F836-25A1AC55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MATLAB PRESENTATION</a:t>
            </a:r>
            <a:br>
              <a:rPr lang="en-GB" dirty="0"/>
            </a:br>
            <a:r>
              <a:rPr lang="en-GB" dirty="0"/>
              <a:t>By GROUP 11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7632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FD93-5A59-47A2-BA34-E9F8ECA4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Group 11 MEMEBERS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B6C5B5A-AD44-4187-8699-E2EB732561D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30122494"/>
              </p:ext>
            </p:extLst>
          </p:nvPr>
        </p:nvGraphicFramePr>
        <p:xfrm>
          <a:off x="1447798" y="1864195"/>
          <a:ext cx="9605634" cy="4282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878">
                  <a:extLst>
                    <a:ext uri="{9D8B030D-6E8A-4147-A177-3AD203B41FA5}">
                      <a16:colId xmlns:a16="http://schemas.microsoft.com/office/drawing/2014/main" val="3926535367"/>
                    </a:ext>
                  </a:extLst>
                </a:gridCol>
                <a:gridCol w="3201878">
                  <a:extLst>
                    <a:ext uri="{9D8B030D-6E8A-4147-A177-3AD203B41FA5}">
                      <a16:colId xmlns:a16="http://schemas.microsoft.com/office/drawing/2014/main" val="869663861"/>
                    </a:ext>
                  </a:extLst>
                </a:gridCol>
                <a:gridCol w="3201878">
                  <a:extLst>
                    <a:ext uri="{9D8B030D-6E8A-4147-A177-3AD203B41FA5}">
                      <a16:colId xmlns:a16="http://schemas.microsoft.com/office/drawing/2014/main" val="9780396"/>
                    </a:ext>
                  </a:extLst>
                </a:gridCol>
              </a:tblGrid>
              <a:tr h="44244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NUMBER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 OF STUDY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4052372797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MUKYALA  ROSE MIIRIAM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BU/UP/2024/1041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458464696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OGWANG EMMANUEL 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BU/UP/2024/3254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4292343996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NSAMBA SHAFFIC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BU/UP/2024/5346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MEB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106962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KAGODA ENOCK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BU/UP/2023/1097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6014200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BUSUULWA HASSAN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BU/UP/2024/3732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AMI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803454947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WAMBI KENNETH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BU/UP/2023/0950</a:t>
                      </a:r>
                      <a:endParaRPr lang="en-UG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5885" indent="5715">
                        <a:lnSpc>
                          <a:spcPct val="107000"/>
                        </a:lnSpc>
                        <a:spcAft>
                          <a:spcPts val="645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PTI</a:t>
                      </a:r>
                      <a:endParaRPr lang="en-UG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5137372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ATWIINE SANDRAH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BU/UG/2024/2632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MEB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41111915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ABESIGA KEITH ADAMS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BU/UP/2024/3974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AMI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530619407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WASSWA FRANCIS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BU/UG/2024/2669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APE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2368743154"/>
                  </a:ext>
                </a:extLst>
              </a:tr>
              <a:tr h="38403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NANDERA JULIET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BU/UP/2024/1047</a:t>
                      </a:r>
                    </a:p>
                  </a:txBody>
                  <a:tcPr marL="61478" marR="61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45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WAR</a:t>
                      </a:r>
                    </a:p>
                  </a:txBody>
                  <a:tcPr marL="61478" marR="61478" marT="0" marB="0"/>
                </a:tc>
                <a:extLst>
                  <a:ext uri="{0D108BD9-81ED-4DB2-BD59-A6C34878D82A}">
                    <a16:rowId xmlns:a16="http://schemas.microsoft.com/office/drawing/2014/main" val="81655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9870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A691-F01F-57BC-29A7-052F5D35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MATLAB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E029-11C7-2CD9-D45B-8EC9BC27C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Also known as Matrix Laboratory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developed in the 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late 1970s as a simple interactive basic matrix calculator.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officially launched as a commercial product in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1984 by MathWorks.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it has introduced several specialized toolboxes for various applications, including control systems and signal processing. 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Simulink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environment further allows users to model and simulate dynamic systems graphically.</a:t>
            </a:r>
          </a:p>
          <a:p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Recent versions have introduced features like the </a:t>
            </a:r>
            <a:r>
              <a:rPr lang="en-US" sz="20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Live Editor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which allows users to create interactive documents that combine code, output, and formatted text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27658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532E-ABCD-9548-5257-2A117BC3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Number one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48D3-2F89-6264-49E0-944BFE06D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Import data from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Kaggle.com to the computer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mport the saved data to MATLAB using the function “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readtables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Separate the table into different tables based on the various years.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Convert the tables into structural arrays using the function “table2struct”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Convert the arrays back into tables using the function “struct2table”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Export the tables into excel in their respective years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in the same workbook but separate sheets.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53626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1BA6-4361-C70F-65D2-6ACDA35C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54267-A321-62DD-3B51-0D8909E7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196866"/>
            <a:ext cx="9603275" cy="3450613"/>
          </a:xfrm>
        </p:spPr>
        <p:txBody>
          <a:bodyPr/>
          <a:lstStyle/>
          <a:p>
            <a:pPr marL="152400" marR="0" indent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Extracting the table from the file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=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1\1a_vgsales.csv","ReadVariableNames",true);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disp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(T);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05204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D54FC-655B-30B5-8510-21BAA792F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799" y="1460310"/>
            <a:ext cx="11272837" cy="4312693"/>
          </a:xfrm>
        </p:spPr>
        <p:txBody>
          <a:bodyPr>
            <a:normAutofit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Separating data for each year into different tables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vg_2010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2010,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vg_2011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2011,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vg_2012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2012,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vg_2013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2013,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vg_2014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2014,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vg_2015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2015,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vg_2016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2016, :);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vg_2017 = T(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T.Year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2017, :);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7689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9610-A30A-672C-B8AB-18225236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24413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Constructing arrays for each year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vg_a_2010 = table2struct(vg_2010);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vg_a_2011 = table2struct(vg_2011);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vg_a_2012 = table2struct(vg_2012);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vg_a_2013 = table2struct(vg_2013);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vg_a_2014 = table2struct(vg_2014);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vg_a_2015 = table2struct(vg_2015);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vg_a_2016 = table2struct(vg_2016);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vg_a_2017 = table2struct(vg_2017);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0925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DF8B-318C-7A9B-840F-E8E7ED401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24412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Converting the arrays into tables for export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vg_2_2010 = struct2table(vg_a_2010);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vg_2_2011 = struct2table(vg_a_2011);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vg_2_2012 = struct2table(vg_a_2012);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vg_2_2013 = struct2table(vg_a_2013);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vg_2_2014 = struct2table(vg_a_2014);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vg_2_2015 = struct2table(vg_a_2015);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vg_2_2016 = struct2table(vg_a_2016);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vg_2_2017 = struct2table(vg_a_2017);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04323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42FE-653B-FB77-867E-546AC3AAA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931" y="1551708"/>
            <a:ext cx="9603275" cy="3450613"/>
          </a:xfrm>
        </p:spPr>
        <p:txBody>
          <a:bodyPr>
            <a:normAutofit fontScale="77500" lnSpcReduction="2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Rank=categorical(vg_2_2010.Rank);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genre=categorical(vg_2_2010.Genre);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naSale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=categorical(vg_2_2010.NA_Sales);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publisher=categorical(vg_2_2010.Publisher);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euSale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=categorical(vg_2_2010.EU_Sales);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globalSale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=categorical(vg_2_2010.Global_Sales);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jpSales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=categorical(vg_2_2010.JP_Sales);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platforms=categorical(vg_2_2010.Platform);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othersales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=categorical(vg_2_2010.Other_Sales);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99325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DE7D365-1C60-A7F5-9B22-21CBEE759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938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plot(genre,naSale);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5" name="Picture 65">
            <a:extLst>
              <a:ext uri="{FF2B5EF4-FFF2-40B4-BE49-F238E27FC236}">
                <a16:creationId xmlns:a16="http://schemas.microsoft.com/office/drawing/2014/main" id="{B5FABE74-AE54-DBCC-DBC6-EB44D9E39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1" y="1848854"/>
            <a:ext cx="11723427" cy="489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3914A2B-84C5-5C8E-73A0-05FEE42A1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838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50692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0B90D81-E004-5E9C-A8F4-230C0DC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scatter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scatter(platforms,globalSale);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Picture 64">
            <a:extLst>
              <a:ext uri="{FF2B5EF4-FFF2-40B4-BE49-F238E27FC236}">
                <a16:creationId xmlns:a16="http://schemas.microsoft.com/office/drawing/2014/main" id="{AF34CCC7-3669-A658-EA9D-D605F5CA6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99" y="1848854"/>
            <a:ext cx="11491413" cy="477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8BA314B-2A3B-9FE2-7BFD-5FF2A1C5A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30247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1CDD716-1792-1471-997C-0900CA314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982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plot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plot(jpSales,euSale);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3" name="Picture 63">
            <a:extLst>
              <a:ext uri="{FF2B5EF4-FFF2-40B4-BE49-F238E27FC236}">
                <a16:creationId xmlns:a16="http://schemas.microsoft.com/office/drawing/2014/main" id="{BBE43E24-37C3-7E11-00BD-E5315F0DA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1" y="1848854"/>
            <a:ext cx="11846257" cy="474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3604F2C-67E9-7F73-4417-C2602ED9A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882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8629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0D68204-667C-9F22-BF0F-6A11829DD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767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scatter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scatter(publisher,jpSales);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7" name="Picture 62">
            <a:extLst>
              <a:ext uri="{FF2B5EF4-FFF2-40B4-BE49-F238E27FC236}">
                <a16:creationId xmlns:a16="http://schemas.microsoft.com/office/drawing/2014/main" id="{1E214BFF-841B-4ED7-5E9F-634BDD960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0" y="1848854"/>
            <a:ext cx="11791665" cy="490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422EF3D-BCB4-2211-6DA3-B3908D761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667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718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04DF88D-C65C-EC38-62F8-9D6C9557D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573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step plot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stairs(Rank,globalSale);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1" name="Picture 61">
            <a:extLst>
              <a:ext uri="{FF2B5EF4-FFF2-40B4-BE49-F238E27FC236}">
                <a16:creationId xmlns:a16="http://schemas.microsoft.com/office/drawing/2014/main" id="{FC25DC25-2FEB-0574-3BF9-FA535952F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30" y="1848855"/>
            <a:ext cx="11764369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C38B36C-2698-F427-CFC2-31A06A87F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73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41764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1FAA962-C9E2-F139-561D-7503AB9A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573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histogram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histogram(euSale);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Picture 60">
            <a:extLst>
              <a:ext uri="{FF2B5EF4-FFF2-40B4-BE49-F238E27FC236}">
                <a16:creationId xmlns:a16="http://schemas.microsoft.com/office/drawing/2014/main" id="{E330710B-9825-7DDA-E886-C9EB4BB9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69" y="1835207"/>
            <a:ext cx="1176437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EAE039F-8A16-A286-3F75-6150D407C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73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37571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201FFBC-87DE-821C-89E2-0FE4BA3ED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346" y="144965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pie chart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pie(othersales);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89" name="Picture 59">
            <a:extLst>
              <a:ext uri="{FF2B5EF4-FFF2-40B4-BE49-F238E27FC236}">
                <a16:creationId xmlns:a16="http://schemas.microsoft.com/office/drawing/2014/main" id="{1642477F-611D-26FD-8649-95E3CF8D5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69" y="1906858"/>
            <a:ext cx="11600597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324B26E-9380-25C8-C8A0-AEB1BA5F5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246" y="59073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98243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B13A1-16EF-F10D-232C-260DCACF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 of each of the variables into a single workbook with each year on separate worksheets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(vg_2_2010,"ASSIGNMENT_TABLE.xlsx","Sheet","2010","WriteVariableNames",true);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(vg_2_2011,"ASSIGNMENT_TABLE.xlsx","Sheet","2011","WriteVariableNames",true);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(vg_2_2012,"ASSIGNMENT_TABLE.xlsx","Sheet","2012","WriteVariableNames",true);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(vg_2_2013,"ASSIGNMENT_TABLE.xlsx","Sheet","2013","WriteVariableNames",true);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(vg_2_2014,"ASSIGNMENT_TABLE.xlsx","Sheet","2014","WriteVariableNames",true);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(vg_2_2015,"ASSIGNMENT_TABLE.xlsx","Sheet","2015","WriteVariableNames",true);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(vg_2_2016,"ASSIGNMENT_TABLE.xlsx","Sheet","2016","WriteVariableNames",true);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writetable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(vg_2_2017,"ASSIGNMENT_TABLE.xlsx","Sheet","2017","WriteVariableNames",true);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174976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A050-F6FD-429A-BE81-BBF0AFF4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1914-A860-4551-B928-114DEFF2C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0170" marR="0" indent="-6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 involved.</a:t>
            </a: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Step1; open and launch MATLAB</a:t>
            </a: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2; click on new script to open editor</a:t>
            </a: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3; acquiring each member’s affirmative information</a:t>
            </a: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4; generating a MATLAB code that can store each member’s attributes like age, date of birth, district etc. in a table</a:t>
            </a: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Step 5;create plots and graphs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 6; run the achieved code in MATLAB as shown below.</a:t>
            </a: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marR="0" indent="0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  <a:buNone/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marR="0" indent="5715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marR="0" indent="0">
              <a:lnSpc>
                <a:spcPct val="106000"/>
              </a:lnSpc>
              <a:spcBef>
                <a:spcPts val="0"/>
              </a:spcBef>
              <a:spcAft>
                <a:spcPts val="20"/>
              </a:spcAft>
              <a:buNone/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7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4721-1FAA-A7B3-7E30-A2D865DB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input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875C-37D8-DF24-9F2D-7AF343F00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 = ["WASSWA FRANCIS"; "NANDERA JULIET"; "ATWINE SANDRAH"; "WAMBI KENNETH"; "OGWANG EMMANUEL"; "ABESIGA KEITH ADAMS"; "BUSUULWA HASSAN"; "KAGODA ENOCK";"MUKYALA ROSE MIRIAM";"NSAMABA SHAFFIC"];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TRIBAL_BACKGROUND = ["MUGANDA"; "MUNYORE"; "MUNYANKORE"; "MUSOGA"; "LANGI"; "MUNYANKOLE"; "MUGANDA"; "MUSOGA";"MUGWERE";"MUGANDA"];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HOME_DISTRICT = ["WAKISO"; "BUGIRI"; "BUHWEHJU"; "JINJA"; "LIRA"; "RUKUNGIRI"; "WAKISO";"JINJA";"KIBUKU";"WAKISO"];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RELIGION = ["CATHOLIC"; "ANGLICAN"; "ANGLICAN"; "ANGLICAN"; "SDA"; "PENTECOSTAL"; "ATR"; "CATHOLIC"; "ANGLICAN"; "BORN AGAIN"];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 = ["APE"; "WAR"; "MEB"; "PTI"; "WAR"; "AMI"; "AMI";"WAR";"WAR";"MEB"];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INTERESTS = ["DRIVING"; "MONEY"; "READING NOVELS"; "DEBATING"; "TECH"; "SWIMMING"; "BOXING";"READING";"SINGING";"FOOTBAL"];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83697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1F683-2FD5-F126-607F-81C93706B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FACIAL_REPRESENTATION = {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2\WASSWA.jpg");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2\NANDERA.jpg");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2\ATWIINE.jpg");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2\WAMBI.jpg");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2\OGWANG.jpg");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2\ABESIGA 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2\BUSUULWA.jpg");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2\KAGODA.jpg");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2\MIRIAM.jpg");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imread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("C:\Users\GROW\Desktop\group 11 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matlab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assignment\number 2\NSAMBA.jpg")}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5232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B2A417-C1D6-C95B-D799-089B72D52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047681"/>
              </p:ext>
            </p:extLst>
          </p:nvPr>
        </p:nvGraphicFramePr>
        <p:xfrm>
          <a:off x="2257425" y="2005694"/>
          <a:ext cx="7964747" cy="3449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9944">
                  <a:extLst>
                    <a:ext uri="{9D8B030D-6E8A-4147-A177-3AD203B41FA5}">
                      <a16:colId xmlns:a16="http://schemas.microsoft.com/office/drawing/2014/main" val="2851883314"/>
                    </a:ext>
                  </a:extLst>
                </a:gridCol>
                <a:gridCol w="6194803">
                  <a:extLst>
                    <a:ext uri="{9D8B030D-6E8A-4147-A177-3AD203B41FA5}">
                      <a16:colId xmlns:a16="http://schemas.microsoft.com/office/drawing/2014/main" val="1647048424"/>
                    </a:ext>
                  </a:extLst>
                </a:gridCol>
              </a:tblGrid>
              <a:tr h="20062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 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extLst>
                  <a:ext uri="{0D108BD9-81ED-4DB2-BD59-A6C34878D82A}">
                    <a16:rowId xmlns:a16="http://schemas.microsoft.com/office/drawing/2014/main" val="1792052715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1280×1234×3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3667551673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2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960×505×3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3802490563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3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1280×1234×3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2473098919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4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1080×607×3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2442100291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5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1080×1080×3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4221001171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6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1080×810×3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698067798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7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1080×540×3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2751134590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1280×720×3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4282514779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9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1080×486×3 uint8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3481156803"/>
                  </a:ext>
                </a:extLst>
              </a:tr>
              <a:tr h="324902"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>
                          <a:effectLst/>
                        </a:rPr>
                        <a:t>10</a:t>
                      </a:r>
                      <a:endParaRPr lang="en-UG" sz="9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42970" marB="21485" anchor="ctr"/>
                </a:tc>
                <a:tc>
                  <a:txBody>
                    <a:bodyPr/>
                    <a:lstStyle/>
                    <a:p>
                      <a:pPr marL="89535" indent="5715">
                        <a:lnSpc>
                          <a:spcPct val="106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G" sz="900" dirty="0">
                          <a:effectLst/>
                        </a:rPr>
                        <a:t>831×856×3 uint8</a:t>
                      </a:r>
                      <a:endParaRPr lang="en-UG" sz="9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85" marR="21485" marT="21485" marB="21485" anchor="ctr"/>
                </a:tc>
                <a:extLst>
                  <a:ext uri="{0D108BD9-81ED-4DB2-BD59-A6C34878D82A}">
                    <a16:rowId xmlns:a16="http://schemas.microsoft.com/office/drawing/2014/main" val="369107501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A5716D7-FF95-EF46-799A-D5976F385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513" y="936068"/>
            <a:ext cx="104117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FACIAL_REPRESENTATION = 10×1 cell </a:t>
            </a:r>
            <a:endParaRPr kumimoji="0" lang="en-US" altLang="en-U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DF9DA-0096-AD4B-DF11-A5872AEFEE73}"/>
              </a:ext>
            </a:extLst>
          </p:cNvPr>
          <p:cNvSpPr txBox="1"/>
          <p:nvPr/>
        </p:nvSpPr>
        <p:spPr>
          <a:xfrm>
            <a:off x="2257425" y="5581934"/>
            <a:ext cx="755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AGE = [21; 20; 23; 21; 22; 23; 22; 23; 22; 20];</a:t>
            </a:r>
            <a:endParaRPr kumimoji="0" lang="en-US" altLang="en-UG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70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FADD-F8B4-2325-38F1-86527DA8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09433"/>
            <a:ext cx="9603275" cy="1444321"/>
          </a:xfrm>
        </p:spPr>
        <p:txBody>
          <a:bodyPr>
            <a:normAutofit fontScale="9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Organization of Data into single table variable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Studentdata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table(NAME,COURSE,AGE,TRIBAL_BACKGROUND,HOME_DISTRICT,RELIGION,INTERESTS,FACIAL_REPRESENTATION);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disp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Studentdata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A91E-C6B2-61C9-3436-B9F80E47A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TRIBAL_BACKGROUND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HOME_DISTRICT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RELIGION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INTERESTS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FACIAL_REPRESENTATION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_____________________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________________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_____________________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"WASSWA FRANCIS"         "APE"     21       "MUGANDA"           "WAKISO"        "CATHOLIC"       "DRIVING"            {1280×1234×3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"NANDERA JULIET"         "WAR"     20       "MUNYORE"           "BUGIRI"        "ANGLICAN"       "MONEY"              { 960×505×3 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"ATWINE SANDRAH"         "MEB"     23       "MUNYANKORE"        "BUHWEHJU"      "ANGLICAN"       "READING NOVELS"     {1280×1234×3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"WAMBI KENNETH"          "PTI"     21       "MUSOGA"            "JINJA"         "ANGLICAN"       "DEBATING"           {1080×607×3 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"OGWANG EMMANUEL"        "WAR"     22       "LANGI"             "LIRA"          "SDA"            "TECH"               {1080×1080×3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85002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B4C70-9565-5F86-83A2-AE3A126B3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"ABESIGA KEITH ADAMS"    "AMI"     23       "MUNYANKOLE"        "RUKUNGIRI"     "PENTECOSTAL"    "SWIMMING"           {1080×810×3 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"BUSUULWA HASSAN"        "AMI"     22       "MUGANDA"           "WAKISO"        "ATR"            "BOXING"             {1080×540×3 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"KAGODA ENOCK"           "WAR"     23       "MUSOGA"            "JINJA"         "CATHOLIC"       "READING"            {1280×720×3 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"MUKYALA ROSE MIRIAM"    "WAR"     22       "MUGWERE"           "KIBUKU"        "ANGLICAN"       "SINGING"            {1080×486×3  uint8} 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"NSAMABA SHAFFIC"        "MEB"     20       "MUGANDA"           "WAKISO"        "BORN AGAIN"     "FOOTBAL"            { 831×856×3  uint8} </a:t>
            </a:r>
            <a:endParaRPr lang="en-GB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r>
              <a:rPr lang="en-UG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Saving the data</a:t>
            </a: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save("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Studentdata.mat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", "</a:t>
            </a:r>
            <a:r>
              <a:rPr lang="en-UG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Studentdata</a:t>
            </a:r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");</a:t>
            </a:r>
          </a:p>
          <a:p>
            <a:pPr marL="89535" indent="5715">
              <a:lnSpc>
                <a:spcPct val="106000"/>
              </a:lnSpc>
              <a:spcAft>
                <a:spcPts val="20"/>
              </a:spcAft>
              <a:buNone/>
            </a:pPr>
            <a:endParaRPr lang="en-UG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9535" indent="5715">
              <a:lnSpc>
                <a:spcPct val="106000"/>
              </a:lnSpc>
              <a:spcAft>
                <a:spcPts val="20"/>
              </a:spcAft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429474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CC4C-661E-6A62-9D0E-4CD6A40C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PLOTS;</a:t>
            </a:r>
            <a:br>
              <a:rPr lang="en-UG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G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4C2C57-87C0-206F-7B71-402AD190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674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bar(NAME,AGE);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51">
            <a:extLst>
              <a:ext uri="{FF2B5EF4-FFF2-40B4-BE49-F238E27FC236}">
                <a16:creationId xmlns:a16="http://schemas.microsoft.com/office/drawing/2014/main" id="{1FEDD286-F032-84D1-747F-2BEC8DD8C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673" y="1848854"/>
            <a:ext cx="8338783" cy="441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4590328-59FA-54AF-33B0-EEF6C92C2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574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57976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1EAB030-A8A7-E549-8A37-57BC85560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107" y="139165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piechart(AGE,NAME);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title('Pie Chart');</a:t>
            </a:r>
            <a:endParaRPr kumimoji="0" lang="en-US" altLang="en-UG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Picture 50">
            <a:extLst>
              <a:ext uri="{FF2B5EF4-FFF2-40B4-BE49-F238E27FC236}">
                <a16:creationId xmlns:a16="http://schemas.microsoft.com/office/drawing/2014/main" id="{BEADD1E2-EB77-F68D-CAC7-BF6CF5E42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106" y="1848855"/>
            <a:ext cx="7724633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C84B307-C086-AD08-169A-DB13D236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007" y="58493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71038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C069B0A-6E6C-4216-3D25-1F419007F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00822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HISTOGRAM</a:t>
            </a:r>
            <a:endParaRPr kumimoji="0" lang="en-US" altLang="en-U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histogram(AGE);</a:t>
            </a:r>
            <a:endParaRPr kumimoji="0" lang="en-US" altLang="en-U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title('AGE');</a:t>
            </a:r>
            <a:endParaRPr kumimoji="0" lang="en-US" altLang="en-U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Picture 49">
            <a:extLst>
              <a:ext uri="{FF2B5EF4-FFF2-40B4-BE49-F238E27FC236}">
                <a16:creationId xmlns:a16="http://schemas.microsoft.com/office/drawing/2014/main" id="{79C98881-52EB-32FA-16B8-7FA664119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540" y="1849271"/>
            <a:ext cx="6152866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BD47014-1483-C6A9-39B0-1725DABB3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6297" y="5573841"/>
            <a:ext cx="279802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63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save("Studentdata.mat","</a:t>
            </a:r>
            <a:r>
              <a:rPr kumimoji="0" lang="en-US" altLang="en-UG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Studentdata</a:t>
            </a:r>
            <a:r>
              <a:rPr kumimoji="0" lang="en-US" altLang="en-UG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");</a:t>
            </a:r>
            <a:endParaRPr kumimoji="0" lang="en-US" altLang="en-UG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6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107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D82E-676D-4DF4-ABB6-323B6B41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755AD-F113-4F14-AA39-766A4C67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 learnt how to manipulate huge datasets using </a:t>
            </a:r>
            <a:r>
              <a:rPr lang="en-US" dirty="0" err="1"/>
              <a:t>matlab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3906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542</TotalTime>
  <Words>1891</Words>
  <Application>Microsoft Office PowerPoint</Application>
  <PresentationFormat>Widescreen</PresentationFormat>
  <Paragraphs>172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Gill Sans MT</vt:lpstr>
      <vt:lpstr>Times New Roman</vt:lpstr>
      <vt:lpstr>Gallery</vt:lpstr>
      <vt:lpstr>MATLAB PRESENTATION By GROUP 11</vt:lpstr>
      <vt:lpstr>Group 11 MEMEBERS</vt:lpstr>
      <vt:lpstr>MATLAB</vt:lpstr>
      <vt:lpstr>Number one</vt:lpstr>
      <vt:lpstr>codes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NUMBER 2</vt:lpstr>
      <vt:lpstr>Data input</vt:lpstr>
      <vt:lpstr>PowerPoint Presentation</vt:lpstr>
      <vt:lpstr>PowerPoint Presentation</vt:lpstr>
      <vt:lpstr>Organization of Data into single table variable Studentdata = table(NAME,COURSE,AGE,TRIBAL_BACKGROUND,HOME_DISTRICT,RELIGION,INTERESTS,FACIAL_REPRESENTATION); disp(Studentdata); </vt:lpstr>
      <vt:lpstr>PowerPoint Presentation</vt:lpstr>
      <vt:lpstr>PLOTS; 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ASIGNMENT PRESENTATION BY GROUP F</dc:title>
  <dc:creator>EDMOND</dc:creator>
  <cp:lastModifiedBy>GROW</cp:lastModifiedBy>
  <cp:revision>49</cp:revision>
  <dcterms:created xsi:type="dcterms:W3CDTF">2025-09-09T04:08:07Z</dcterms:created>
  <dcterms:modified xsi:type="dcterms:W3CDTF">2025-09-23T13:17:46Z</dcterms:modified>
</cp:coreProperties>
</file>